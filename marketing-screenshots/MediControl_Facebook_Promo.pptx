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MediControl</a:t>
            </a:r>
          </a:p>
          <a:p>
            <a:r>
              <a:rPr sz="2000">
                <a:solidFill>
                  <a:srgbClr val="D7E6FF"/>
                </a:solidFill>
              </a:rPr>
              <a:t>Sus medicamentos. Bajo control. Recordatorios, stock y escaneo OCR.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Ideal para pacientes, familias y cuidadores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Calidad suiza: alojado en Europa, cifrado TLS.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Interfaz en DE / ES / EN.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Comience gratis y escale a Premium cuando quiera.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498079"/>
            <a:ext cx="3474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Probar gratis y registrarse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No olvide ninguna dosis</a:t>
            </a:r>
          </a:p>
          <a:p>
            <a:r>
              <a:rPr sz="2000">
                <a:solidFill>
                  <a:srgbClr val="D7E6FF"/>
                </a:solidFill>
              </a:rPr>
              <a:t>Alertas inteligentes en cada horario del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Recordatorios y adherencia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Manana, mediodia, tarde y noche.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Confirmacion de tomas en 1 toque.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Vista diaria clara para pacientes y cuidadores.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498079"/>
            <a:ext cx="3474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Registrarse ahora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Escaneo OCR de recetas</a:t>
            </a:r>
          </a:p>
          <a:p>
            <a:r>
              <a:rPr sz="2000">
                <a:solidFill>
                  <a:srgbClr val="D7E6FF"/>
                </a:solidFill>
              </a:rPr>
              <a:t>Suba una foto y detecte medicamentos automaticamente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Importacion rapida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Reduce carga manual y errores de escritura.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Validacion adicional por fecha de nacimiento si hace falta.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Formato de fecha claro y calendario nativo.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498079"/>
            <a:ext cx="3474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Registrarse ahora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Control de stock</a:t>
            </a:r>
          </a:p>
          <a:p>
            <a:r>
              <a:rPr sz="2000">
                <a:solidFill>
                  <a:srgbClr val="D7E6FF"/>
                </a:solidFill>
              </a:rPr>
              <a:t>Sepa cuando reponer a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Inventario y alertas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Alertas automáticas por bajo stock.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Seguimiento de unidades disponibles.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Mejor continuidad del tratamiento.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498079"/>
            <a:ext cx="3474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Registrarse ahora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Gestion familiar</a:t>
            </a:r>
          </a:p>
          <a:p>
            <a:r>
              <a:rPr sz="2000">
                <a:solidFill>
                  <a:srgbClr val="D7E6FF"/>
                </a:solidFill>
              </a:rPr>
              <a:t>Una cuenta para varios pacientes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Para familias y personal de apoyo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Administracion centralizada por familiar.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Datos del medico de cabecera a mano.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Seguimiento ordenado y compartido.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498079"/>
            <a:ext cx="3474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Registrarse ahora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Precios transparentes</a:t>
            </a:r>
          </a:p>
          <a:p>
            <a:r>
              <a:rPr sz="2000">
                <a:solidFill>
                  <a:srgbClr val="D7E6FF"/>
                </a:solidFill>
              </a:rPr>
              <a:t>Empiece gratis y crezca segun necesidad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Planes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Prueba gratuita: 30 dias.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Mensual: CHF 4.99 por paciente.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Anual: CHF 53.90 por paciente (ahorro 10%).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498079"/>
            <a:ext cx="3474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Registrarse ahora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Listo para comenzar con MediControl?</a:t>
            </a:r>
          </a:p>
          <a:p>
            <a:r>
              <a:rPr sz="2000">
                <a:solidFill>
                  <a:srgbClr val="D7E6FF"/>
                </a:solidFill>
              </a:rPr>
              <a:t>Haga clic y registre su cuenta en menos de 30 segundos.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Landing oficial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https://medicamentos-frontend.vercel.app/landing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Incluye DE / ES / EN y registro guiado.</a:t>
            </a:r>
          </a:p>
          <a:p>
            <a:pPr>
              <a:spcBef>
                <a:spcPts val="800"/>
              </a:spcBef>
              <a:defRPr sz="2000">
                <a:solidFill>
                  <a:srgbClr val="E9EFFF"/>
                </a:solidFill>
              </a:defRPr>
            </a:pPr>
            <a:r>
              <a:t>- Perfecto para trafico desde Facebook 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223760"/>
            <a:ext cx="25603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hlinkClick r:id="rId2"/>
              </a:rPr>
              <a:t>Ir a registro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