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camentos-frontend.vercel.app/land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C2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60350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B4D7FF"/>
                </a:solidFill>
              </a:rPr>
              <a:t>DE  |  MediControl</a:t>
            </a:r>
          </a:p>
          <a:p>
            <a:r>
              <a:rPr sz="4400" b="1">
                <a:solidFill>
                  <a:srgbClr val="FFFFFF"/>
                </a:solidFill>
              </a:rPr>
              <a:t>Optimiere deine
Medikamente</a:t>
            </a:r>
          </a:p>
          <a:p>
            <a:r>
              <a:rPr sz="2100">
                <a:solidFill>
                  <a:srgbClr val="DEE9FF"/>
                </a:solidFill>
              </a:rPr>
              <a:t>Erinnerungen, OCR-Scan, Bestandskontrolle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743200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Nie wieder Dosen vergessen</a:t>
            </a:r>
          </a:p>
          <a:p>
            <a:r>
              <a:rPr sz="1400">
                <a:solidFill>
                  <a:srgbClr val="334155"/>
                </a:solidFill>
              </a:rPr>
              <a:t>Intelligente Erinnerungen morgens, mittags, abends, nachts.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434840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Rezept per Foto erfassen</a:t>
            </a:r>
          </a:p>
          <a:p>
            <a:r>
              <a:rPr sz="1400">
                <a:solidFill>
                  <a:srgbClr val="334155"/>
                </a:solidFill>
              </a:rPr>
              <a:t>OCR liest Medikamente automatisch aus dem Bild.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6126479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Für Familie und Pflege</a:t>
            </a:r>
          </a:p>
          <a:p>
            <a:r>
              <a:rPr sz="1400">
                <a:solidFill>
                  <a:srgbClr val="334155"/>
                </a:solidFill>
              </a:rPr>
              <a:t>Mehrere Patienten zentral und einfach verwalten.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818119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Datenschutz</a:t>
            </a:r>
          </a:p>
          <a:p>
            <a:r>
              <a:rPr sz="1400">
                <a:solidFill>
                  <a:srgbClr val="334155"/>
                </a:solidFill>
              </a:rPr>
              <a:t>Gehostet in Europa, TLS-verschlüsselt, DSGVO-konform.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881360"/>
            <a:ext cx="603504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hlinkClick r:id="rId2"/>
              </a:rPr>
              <a:t>Jetzt registrieren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414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C3DC"/>
                </a:solidFill>
              </a:rPr>
              <a:t>MediControl ersetzt keine professionelle medizinische Beratung.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C2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60350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B4D7FF"/>
                </a:solidFill>
              </a:rPr>
              <a:t>ES  |  MediControl</a:t>
            </a:r>
          </a:p>
          <a:p>
            <a:r>
              <a:rPr sz="4400" b="1">
                <a:solidFill>
                  <a:srgbClr val="FFFFFF"/>
                </a:solidFill>
              </a:rPr>
              <a:t>Optimiza tu
medicación</a:t>
            </a:r>
          </a:p>
          <a:p>
            <a:r>
              <a:rPr sz="2100">
                <a:solidFill>
                  <a:srgbClr val="DEE9FF"/>
                </a:solidFill>
              </a:rPr>
              <a:t>Recordatorios, escaneo OCR y control de stock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743200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No olvides ninguna toma</a:t>
            </a:r>
          </a:p>
          <a:p>
            <a:r>
              <a:rPr sz="1400">
                <a:solidFill>
                  <a:srgbClr val="334155"/>
                </a:solidFill>
              </a:rPr>
              <a:t>Alertas inteligentes por horario: mañana, mediodía, tarde y noche.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434840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Escanea recetas en segundos</a:t>
            </a:r>
          </a:p>
          <a:p>
            <a:r>
              <a:rPr sz="1400">
                <a:solidFill>
                  <a:srgbClr val="334155"/>
                </a:solidFill>
              </a:rPr>
              <a:t>El OCR detecta medicamentos automáticamente desde una foto.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6126479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Gestión familiar fácil</a:t>
            </a:r>
          </a:p>
          <a:p>
            <a:r>
              <a:rPr sz="1400">
                <a:solidFill>
                  <a:srgbClr val="334155"/>
                </a:solidFill>
              </a:rPr>
              <a:t>Administra varios pacientes desde una sola cuenta.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818119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Privacidad sólida</a:t>
            </a:r>
          </a:p>
          <a:p>
            <a:r>
              <a:rPr sz="1400">
                <a:solidFill>
                  <a:srgbClr val="334155"/>
                </a:solidFill>
              </a:rPr>
              <a:t>Alojado en Europa, cifrado TLS y compatible con RGPD.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881360"/>
            <a:ext cx="603504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hlinkClick r:id="rId2"/>
              </a:rPr>
              <a:t>Registrarse 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414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C3DC"/>
                </a:solidFill>
              </a:rPr>
              <a:t>MediControl no sustituye el consejo médico profesional.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C2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60350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B4D7FF"/>
                </a:solidFill>
              </a:rPr>
              <a:t>EN  |  MediControl</a:t>
            </a:r>
          </a:p>
          <a:p>
            <a:r>
              <a:rPr sz="4400" b="1">
                <a:solidFill>
                  <a:srgbClr val="FFFFFF"/>
                </a:solidFill>
              </a:rPr>
              <a:t>Optimize your
medication</a:t>
            </a:r>
          </a:p>
          <a:p>
            <a:r>
              <a:rPr sz="2100">
                <a:solidFill>
                  <a:srgbClr val="DEE9FF"/>
                </a:solidFill>
              </a:rPr>
              <a:t>Smart reminders, OCR scan, and stock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743200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Never miss a dose</a:t>
            </a:r>
          </a:p>
          <a:p>
            <a:r>
              <a:rPr sz="1400">
                <a:solidFill>
                  <a:srgbClr val="334155"/>
                </a:solidFill>
              </a:rPr>
              <a:t>Smart reminders for morning, noon, afternoon, and night.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4434840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Scan prescriptions quickly</a:t>
            </a:r>
          </a:p>
          <a:p>
            <a:r>
              <a:rPr sz="1400">
                <a:solidFill>
                  <a:srgbClr val="334155"/>
                </a:solidFill>
              </a:rPr>
              <a:t>OCR extracts medication details from a photo.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6126479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Family-friendly management</a:t>
            </a:r>
          </a:p>
          <a:p>
            <a:r>
              <a:rPr sz="1400">
                <a:solidFill>
                  <a:srgbClr val="334155"/>
                </a:solidFill>
              </a:rPr>
              <a:t>Manage multiple patients from one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818119"/>
            <a:ext cx="60350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900">
                <a:solidFill>
                  <a:srgbClr val="0F172A"/>
                </a:solidFill>
              </a:rPr>
              <a:t>Strong privacy</a:t>
            </a:r>
          </a:p>
          <a:p>
            <a:r>
              <a:rPr sz="1400">
                <a:solidFill>
                  <a:srgbClr val="334155"/>
                </a:solidFill>
              </a:rPr>
              <a:t>Hosted in Europe, TLS encrypted, GDPR-aligned.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881360"/>
            <a:ext cx="603504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  <a:hlinkClick r:id="rId2"/>
              </a:rPr>
              <a:t>Register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4148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4C3DC"/>
                </a:solidFill>
              </a:rPr>
              <a:t>MediControl does not replace professional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